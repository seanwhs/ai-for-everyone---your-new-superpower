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Pre-Course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Gauge baseline knowledge, no pressure.</a:t>
            </a:r>
          </a:p>
          <a:p/>
          <a:p>
            <a:r>
              <a:t>1. What does 'AI' stand for?</a:t>
            </a:r>
          </a:p>
          <a:p>
            <a:r>
              <a:t>2. Have you used ChatGPT, Gemini, or any AI tools before? (Yes/No)</a:t>
            </a:r>
          </a:p>
          <a:p>
            <a:r>
              <a:t>3. Do you think AI is mostly for programmers?</a:t>
            </a:r>
          </a:p>
          <a:p>
            <a:r>
              <a:t>4. One thing you hope AI can help you with today?</a:t>
            </a:r>
          </a:p>
          <a:p/>
          <a:p>
            <a:r>
              <a:t>Trainer Tip: Encourage discussion, normalize curiosity, and reduce fear.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= machines performing tasks that usually require human intelligence</a:t>
            </a:r>
          </a:p>
          <a:p>
            <a:r>
              <a:t>Works via patterns, probabilities, and algorithms</a:t>
            </a:r>
          </a:p>
          <a:p>
            <a:r>
              <a:t>Key idea: AI augments humans, it does not replace judgment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Layman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like a fallible, brilliant intern</a:t>
            </a:r>
          </a:p>
          <a:p>
            <a:r>
              <a:t>Fast, mostly right, but needs your guidance</a:t>
            </a:r>
          </a:p>
          <a:p>
            <a:r>
              <a:t>Example: Predicting the next word in a sentence or summarizing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Check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Which best describes AI?</a:t>
            </a:r>
          </a:p>
          <a:p>
            <a:r>
              <a:t>A. A robot that thinks like a human</a:t>
            </a:r>
          </a:p>
          <a:p>
            <a:r>
              <a:t>B. A tool that predicts patterns and helps humans make decisions ✅</a:t>
            </a:r>
          </a:p>
          <a:p>
            <a:r>
              <a:t>C. Magic that solves all problems instantly</a:t>
            </a:r>
          </a:p>
          <a:p/>
          <a:p>
            <a:r>
              <a:t>Trainer Tip: Highlight that AI cannot 'think' or 'understand' like humans; it predicts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Language Models (LLMs)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trained on billions of texts (books, websites, conversations) to predict patterns</a:t>
            </a:r>
          </a:p>
          <a:p>
            <a:r>
              <a:t>Analogy: Autocomplete on steroids</a:t>
            </a:r>
          </a:p>
          <a:p>
            <a:r>
              <a:t>Strengths: Write summaries, essays, translations, code snippets</a:t>
            </a:r>
          </a:p>
          <a:p>
            <a:r>
              <a:t>Limitation: Can hallucinate; output depends on prompt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is broken into tokens (letters, words, subwords)</a:t>
            </a:r>
          </a:p>
          <a:p>
            <a:r>
              <a:t>Analogy: Lego bricks → AI constructs sentences from pieces</a:t>
            </a:r>
          </a:p>
          <a:p>
            <a:r>
              <a:t>Helps AI understand context &amp; predict coherent sequences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Hallucinations Happen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predicts the most likely next token, not facts</a:t>
            </a:r>
          </a:p>
          <a:p>
            <a:r>
              <a:t>Rare combinations or unseen topics → plausible but wrong outputs</a:t>
            </a:r>
          </a:p>
          <a:p>
            <a:r>
              <a:t>Rule: Humans verify, AI drafts; consider output as first 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Check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Tokenization is:</a:t>
            </a:r>
          </a:p>
          <a:p>
            <a:r>
              <a:t>A. Breaking text into chunks ✅</a:t>
            </a:r>
          </a:p>
          <a:p>
            <a:r>
              <a:t>B. Encrypting datasets</a:t>
            </a:r>
          </a:p>
          <a:p>
            <a:r>
              <a:t>C. Splitting models</a:t>
            </a:r>
          </a:p>
          <a:p>
            <a:r>
              <a:t>D. Organizing databases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Gemini: The Brainstormer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Creative, connected to live internet</a:t>
            </a:r>
          </a:p>
          <a:p>
            <a:r>
              <a:t>Great for brainstorming, drafting, summarizing online info</a:t>
            </a:r>
          </a:p>
          <a:p>
            <a:r>
              <a:t>High 'temperature' → more diverse/creative outputs</a:t>
            </a:r>
          </a:p>
          <a:p>
            <a:r>
              <a:t>Example: 'Write a wedding speech' or 'Plan meals from leftover ingredients'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NotebookLM: The Librarian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Grounded in your uploaded documents</a:t>
            </a:r>
          </a:p>
          <a:p>
            <a:r>
              <a:t>Great for personal summaries, interactive learning, or audio guides</a:t>
            </a:r>
          </a:p>
          <a:p>
            <a:r>
              <a:t>Uses RAG (Retrieval-Augmented Generation) to ensure factual consistency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Check #3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To summarize your own PDF, which tool do you use?</a:t>
            </a:r>
          </a:p>
          <a:p>
            <a:r>
              <a:t>A. Gemini</a:t>
            </a:r>
          </a:p>
          <a:p>
            <a:r>
              <a:t>B. NotebookLM ✅</a:t>
            </a:r>
          </a:p>
          <a:p/>
          <a:p>
            <a:r>
              <a:t>Trainer Tip: Explain Gemini = breadth, NotebookLM = precision.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Prompting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literal: vague prompts → generic answers</a:t>
            </a:r>
          </a:p>
          <a:p>
            <a:r>
              <a:t>Structured prompts → actionable, reliable outputs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P.R.T.C.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 — Persona: Assign AI a role (e.g., 'Physiotherapist')</a:t>
            </a:r>
          </a:p>
          <a:p>
            <a:r>
              <a:t>R — Request: Specify the task (e.g., '5 senior-safe exercises')</a:t>
            </a:r>
          </a:p>
          <a:p>
            <a:r>
              <a:t>T — Target: Define audience &amp; tone (e.g., 'For beginners age 70+')</a:t>
            </a:r>
          </a:p>
          <a:p>
            <a:r>
              <a:t>C — Constraints: Word count, equipment, style, safety cues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Check #4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PRTC helps you:</a:t>
            </a:r>
          </a:p>
          <a:p>
            <a:r>
              <a:t>A. Write essays automatically</a:t>
            </a:r>
          </a:p>
          <a:p>
            <a:r>
              <a:t>B. Craft effective prompts for AI ✅</a:t>
            </a:r>
          </a:p>
          <a:p>
            <a:r>
              <a:t>C. Check grammar in a document</a:t>
            </a:r>
          </a:p>
          <a:p/>
          <a:p>
            <a:r>
              <a:t>Trainer Tip: Demonstrate 'bad prompt → PRTC prompt' live for clarity.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personalized exercise &amp; nutrition guidance for seniors</a:t>
            </a:r>
          </a:p>
          <a:p>
            <a:r>
              <a:t>Phase 1: Gemini → Draft research-based article</a:t>
            </a:r>
          </a:p>
          <a:p>
            <a:r>
              <a:t>Phase 2: NotebookLM → Convert into audio guide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Steps (Gemini)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example: Include 5 safe exercises + nutrition + safety cues</a:t>
            </a:r>
          </a:p>
          <a:p>
            <a:r>
              <a:t>Focus on balance, fall prevention, independence</a:t>
            </a:r>
          </a:p>
          <a:p>
            <a:r>
              <a:t>Encourage learners to tweak for personal constraints (e.g., knee pain)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Steps (NotebookLM)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Gemini article as PDF</a:t>
            </a:r>
          </a:p>
          <a:p>
            <a:r>
              <a:t>Generate audio overview</a:t>
            </a:r>
          </a:p>
          <a:p>
            <a:r>
              <a:t>Headphones recommended</a:t>
            </a:r>
          </a:p>
          <a:p>
            <a:r>
              <a:t>Emphasize grounded content, less hallucination risk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Check #5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NotebookLM is safer than Gemini for:</a:t>
            </a:r>
          </a:p>
          <a:p>
            <a:r>
              <a:t>A. Brainstorming new ideas</a:t>
            </a:r>
          </a:p>
          <a:p>
            <a:r>
              <a:t>B. Summarizing uploaded research 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Wins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 formulas → tax/discount calculations</a:t>
            </a:r>
          </a:p>
          <a:p>
            <a:r>
              <a:t>Meal planning → using leftover ingredients</a:t>
            </a:r>
          </a:p>
          <a:p>
            <a:r>
              <a:t>Homework explanations → simple, clear breakdowns</a:t>
            </a:r>
          </a:p>
          <a:p>
            <a:r>
              <a:t>AI is collaborative, you verify outputs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Check #6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Plan a 3-day walking tour for a senior citizen. Which AI tool?</a:t>
            </a:r>
          </a:p>
          <a:p>
            <a:r>
              <a:t>A. Gemini ✅</a:t>
            </a:r>
          </a:p>
          <a:p>
            <a:r>
              <a:t>B. NotebookLM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Hallucinations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can produce plausible but incorrect outputs</a:t>
            </a:r>
          </a:p>
          <a:p>
            <a:r>
              <a:t>Always verify critical information</a:t>
            </a:r>
          </a:p>
          <a:p>
            <a:r>
              <a:t>Treat AI as first draft assistant, not final authority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Check #7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What should you do if AI gives a confident but strange answer?</a:t>
            </a:r>
          </a:p>
          <a:p>
            <a:r>
              <a:t>A. Trust blindly</a:t>
            </a:r>
          </a:p>
          <a:p>
            <a:r>
              <a:t>B. Verify with reliable sources ✅</a:t>
            </a:r>
          </a:p>
          <a:p/>
          <a:p>
            <a:r>
              <a:t>Trainer Tip: Celebrate AI errors as learning moments.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= AI that learns patterns from data</a:t>
            </a:r>
          </a:p>
          <a:p>
            <a:r>
              <a:t>Supervised Learning: labeled data (e.g., kNN)</a:t>
            </a:r>
          </a:p>
          <a:p>
            <a:r>
              <a:t>Unsupervised Learning: unlabeled data (e.g., k-Means)</a:t>
            </a:r>
          </a:p>
          <a:p>
            <a:r>
              <a:t>Reinforcement Learning: trial-and-error optimization</a:t>
            </a:r>
          </a:p>
          <a:p>
            <a:r>
              <a:t>Overfitting: memorizes noise → poor generalization</a:t>
            </a:r>
          </a:p>
          <a:p>
            <a:r>
              <a:t>Underfitting: too simple → misses patterns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Check #8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Overfitting occurs when:</a:t>
            </a:r>
          </a:p>
          <a:p>
            <a:r>
              <a:t>A. Model learns noise + patterns → poor on new data ✅</a:t>
            </a:r>
          </a:p>
          <a:p>
            <a:r>
              <a:t>B. Model generalizes well</a:t>
            </a:r>
          </a:p>
          <a:p>
            <a:r>
              <a:t>C. Model ignores labels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A: Excel Wizard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formulas for tax, discounts</a:t>
            </a:r>
          </a:p>
          <a:p>
            <a:r>
              <a:t>Test live in Excel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B: Kitchen Magic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Meal planning from leftovers</a:t>
            </a:r>
          </a:p>
          <a:p>
            <a:r>
              <a:t>Use PRTC for best results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NotebookLM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recipes or tasks</a:t>
            </a:r>
          </a:p>
          <a:p>
            <a:r>
              <a:t>Generate shopping lists or troubleshooting guides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Check #9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P.R.T.C. stands for:</a:t>
            </a:r>
          </a:p>
          <a:p>
            <a:r>
              <a:t>Persona, Request, Target, Constraints ✅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Post-Course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does 'AI' stand for?</a:t>
            </a:r>
          </a:p>
          <a:p>
            <a:r>
              <a:t>2. Which statement best describes AI?</a:t>
            </a:r>
          </a:p>
          <a:p>
            <a:r>
              <a:t>3. Which tools did you use today?</a:t>
            </a:r>
          </a:p>
          <a:p>
            <a:r>
              <a:t>4. How confident are you using AI now?</a:t>
            </a:r>
          </a:p>
          <a:p>
            <a:r>
              <a:t>5. Give an example of AI application in your life</a:t>
            </a:r>
          </a:p>
          <a:p>
            <a:r>
              <a:t>6. Which tool for: Research current news / Summarize PDF / Brainstorm ideas</a:t>
            </a:r>
          </a:p>
          <a:p>
            <a:r>
              <a:t>7. One surprising thing you learned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Check #10 (Optional Discussion)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answers as a group</a:t>
            </a:r>
          </a:p>
          <a:p>
            <a:r>
              <a:t>Highlight practical applications learners mentioned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augments human capability, not replaces it</a:t>
            </a:r>
          </a:p>
          <a:p>
            <a:r>
              <a:t>Gemini → creative breadth; NotebookLM → precision &amp; grounding</a:t>
            </a:r>
          </a:p>
          <a:p>
            <a:r>
              <a:t>P.R.T.C. → structured prompting for better outputs</a:t>
            </a:r>
          </a:p>
          <a:p>
            <a:r>
              <a:t>Knowledge checks reinforce learning &amp; retention</a:t>
            </a:r>
          </a:p>
          <a:p>
            <a:r>
              <a:t>AI literacy includes: tokenization, LLMs, ML types, RAG, overfitting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